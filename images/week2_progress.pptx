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EAB84-779E-ED38-9C77-6430FEEF5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7574F0-89D7-0308-C448-7F9F37787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E0BCE-2F8A-193C-C6F0-A721F509C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E398-D1F6-4B18-A8F8-2AD61FA784B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CF5DB-E944-E6A6-5180-E2251DA48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7BD20-DB89-FAA4-0A55-DDBF8A0CC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E7E99-FDD3-44E2-B644-2E0B7B890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035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19DD6-4A31-1275-A494-980671D22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51E01-B032-A3F2-D501-55B427E3F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9E775-91EF-5BFF-497C-895909A54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E398-D1F6-4B18-A8F8-2AD61FA784B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44A3E-CDD7-C494-D81A-18D5F928B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813C3-46F4-3016-2D2C-6B8ACDBF1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E7E99-FDD3-44E2-B644-2E0B7B890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03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0B92B-F506-4598-F8C2-BAC6987D9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B328A-EE91-27B4-B226-18ADF1764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00721-8DFC-DC4F-3E6E-B2AF3DAEB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E398-D1F6-4B18-A8F8-2AD61FA784B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8A132-38F6-890D-136A-EFDF4BDAA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69CD0-286D-F47A-40F9-4683C6AB3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E7E99-FDD3-44E2-B644-2E0B7B890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429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40D8-1CD8-A50E-58D6-B1B7F8CDB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6C0E4-8BE2-AB74-3847-A856FBFD7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BF4242-843C-5B29-76F3-43FF44EB7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D682E-7ECC-85A4-E40E-E6DFE7DB8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E398-D1F6-4B18-A8F8-2AD61FA784B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B7D51-B7E2-9190-8077-02D3B3E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80B09-F6F0-6013-283F-9C38CB115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E7E99-FDD3-44E2-B644-2E0B7B890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11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952DE-2319-E25A-21FC-A93B718CF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35847-0F13-4FA8-827E-088317320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B7A6F8-55B7-667C-EC83-51A43DC3F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40B003-0DE0-BB1C-4E1B-62603EBBC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817C5A-D978-6F3A-9051-9C0038DECE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60B712-AE1F-5485-14EE-6AEE334BD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E398-D1F6-4B18-A8F8-2AD61FA784B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038022-E68B-F919-48F5-D9D1AEB0D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1398FE-4F96-6AFF-4CA5-09509B218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E7E99-FDD3-44E2-B644-2E0B7B890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40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9C687-7EEE-2E7B-69C2-515BB9A7B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329289-31B5-05B0-9B8F-6F2C759E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E398-D1F6-4B18-A8F8-2AD61FA784B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395D5F-07E7-2B80-FE51-3EBDE96D6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037780-6392-E9A0-10C5-0AD84ABB5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E7E99-FDD3-44E2-B644-2E0B7B890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089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57929D-5118-ED86-2E15-945408CF6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E398-D1F6-4B18-A8F8-2AD61FA784B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6C717B-C781-83AC-FE06-CD8078216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4488B-50D3-AE1E-5102-289E898B5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E7E99-FDD3-44E2-B644-2E0B7B890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180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FA7D0-F163-8F63-0A84-ED07DECAB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CFBD5-8AC9-2320-CFA5-4768D1A6D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03C98D-519E-44C1-30CB-09CBBCBD1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300BA-E99C-B1FE-D61A-6624DADED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E398-D1F6-4B18-A8F8-2AD61FA784B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7329F-B0C5-B988-BBD0-51602936D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EAC17-8D58-7BF8-3CA5-ACD923EE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E7E99-FDD3-44E2-B644-2E0B7B890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34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DE310-6F76-74EE-7D92-37958B5E3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A9565-561F-5855-B60A-36750ABA78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7C7945-08A7-627D-7CE4-4943A3333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FF18A-751D-D562-CA0E-2EB84ED89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E398-D1F6-4B18-A8F8-2AD61FA784B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BB922-B8CE-B48D-0EAD-AA38DEC69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7BB05-CC7E-52F2-EA1F-F676B0E3E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E7E99-FDD3-44E2-B644-2E0B7B890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203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60B6D-3699-F3F5-A6A9-14AEF8BD2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B5FD8-CF78-532F-4B88-94C9C9E04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67AB5-34CE-80F3-7EA7-AEE0F34F7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E398-D1F6-4B18-A8F8-2AD61FA784B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8378E-E46A-E2D0-03C6-EC5AB3D34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F41CD-333E-838E-9517-9A9629F34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E7E99-FDD3-44E2-B644-2E0B7B890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72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C8A95E-66F9-4A88-E732-82A077A672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27FF8-BDF6-6EC8-53E9-CFAA94721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C9B76-14BD-68E0-C09B-436AB475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E398-D1F6-4B18-A8F8-2AD61FA784B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8D100-9CBF-1156-2937-A65B2B7F2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7ACDC-B3CA-EDDD-5F62-AED8C4C2E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E7E99-FDD3-44E2-B644-2E0B7B890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41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CA221D-A317-8213-C03D-6AA581FC0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96553-2AF4-76FC-169C-FC8DC1A08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B4CE0-8D32-2958-5D4C-1AFFD2FADA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A6E398-D1F6-4B18-A8F8-2AD61FA784B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CBF1-2B02-7FCD-C696-D9EB8C775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093FF-41FD-2837-1509-1616DD221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CE7E99-FDD3-44E2-B644-2E0B7B890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5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0FCFB7-657F-0659-9B5F-1290BEFD7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39"/>
            <a:ext cx="12192000" cy="588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946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0BC0-EFC7-BFB3-E95E-B207AF299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Sector Aggregation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6DD825-3F20-D739-E0E5-4AD4EB788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85" y="1999100"/>
            <a:ext cx="10239829" cy="340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029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D6641-B993-2A58-DD0B-4BE55E351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Sector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298524-1D22-44C8-2936-28595AAC2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85" y="2185049"/>
            <a:ext cx="9231086" cy="104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732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D6CD2-6A77-61EB-1C52-1FD9CC30E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Still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135AE-EFCC-9455-2ED0-216B2E43D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Documents</a:t>
            </a:r>
          </a:p>
          <a:p>
            <a:pPr lvl="1"/>
            <a:r>
              <a:rPr lang="en-US" dirty="0"/>
              <a:t>Properly insert into database</a:t>
            </a:r>
          </a:p>
          <a:p>
            <a:pPr lvl="1"/>
            <a:r>
              <a:rPr lang="en-US" dirty="0"/>
              <a:t>Failed Batches</a:t>
            </a:r>
          </a:p>
        </p:txBody>
      </p:sp>
    </p:spTree>
    <p:extLst>
      <p:ext uri="{BB962C8B-B14F-4D97-AF65-F5344CB8AC3E}">
        <p14:creationId xmlns:p14="http://schemas.microsoft.com/office/powerpoint/2010/main" val="3359988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13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Sector Aggregation</vt:lpstr>
      <vt:lpstr>Sector Data</vt:lpstr>
      <vt:lpstr>Still need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Olichney</dc:creator>
  <cp:lastModifiedBy>William Olichney</cp:lastModifiedBy>
  <cp:revision>1</cp:revision>
  <dcterms:created xsi:type="dcterms:W3CDTF">2026-04-09T13:43:37Z</dcterms:created>
  <dcterms:modified xsi:type="dcterms:W3CDTF">2026-04-09T14:29:50Z</dcterms:modified>
</cp:coreProperties>
</file>